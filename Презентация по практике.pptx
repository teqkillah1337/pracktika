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019E9-B81B-415B-8A93-A065CE302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1AEE29-1F0B-4CBC-885D-7F12ED6A8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6D0B3C-0CE1-44DF-853C-F18AD83D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3F6707-FA12-4595-A1C8-F1AD11DE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C7C56-838A-48EB-8DCA-E02A5317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44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D4ED7-4AFF-4D4D-95FE-106EA67F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63B4C1-F97F-45DC-BF31-CC0459559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848BD-692A-47EB-8BC8-95309614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59D0FB-9BC3-4FF1-97BA-20C610FF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4B3DC4-15FA-405E-9A11-33BFAA17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48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A7A76-71EC-4FB6-82D8-E10B74592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729EA4-D7F6-40A1-855D-5D1F637B1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AA7F19-C6C7-430C-8DE8-64B6B04C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9E041E-AF66-4D81-A59F-5418C46C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BDC87D-62E9-4FA7-9035-B6C8B126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5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93591-009D-4E1F-9F1E-2BCECDD5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88B5A8-083F-4A35-9BDC-6EC6256EC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CC9C2E-430D-4001-BD4C-2C6601DC7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BFD415-7D80-46D7-8C75-5C5FAB26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7E88BA-012A-408B-850C-A5B330DA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5C92D1-F1C1-451D-971D-D9B1CBE3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47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8735E-40F0-416C-B578-BD8D1399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0B612-DD7C-4C73-BA7F-D60923A5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EE0FF7-229F-4B8E-8F20-631A270BB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A85895-9FC4-494D-B801-71239DA58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662E54-29DD-4823-9226-311549B20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B3E6AA-7340-42B8-B9FA-6C2CC9EC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519136-B250-4BD4-B830-532C0C75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946657-90B1-46E7-AC5C-CF568004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82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EC935-6BCA-407C-83D9-41DC51E7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04D98D-CA86-4F06-8575-D03F62D9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F4752E-DA23-4EE6-B910-BB3B2758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190D0C-99F5-47AB-842F-125484C2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10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039791-16C9-471D-A141-3EA46C37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786F59-C545-48A4-BBE6-6FFE90D5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D371D0-58D6-42B3-AF28-BD87C3A3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36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0DD1B-B44D-4196-AD3D-7E1BA7BB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15E6AD-4EFB-49C4-8CD6-EFF53D52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B3FD48-F9CE-4EAB-A97C-D44E1E84E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7A668C-BA32-4665-BD96-156D1AE6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80E06D-2DD9-46A4-B467-B8250F680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6AAF5D-FFC7-4E30-927D-8244BE1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70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ACD04-E07D-4CBE-A3A6-E178A07BE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1D520D-3E21-4BC5-8026-C0FEAD77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7E51E1-B6EB-4E9D-A2D8-34F7D966F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68D62E-12A2-4F3E-BA28-FE6E6FA7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82A14F-D2EE-449E-A0C5-CB192B3C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763294-2149-4B95-99B9-B933A8ED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29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07A22-1325-4A05-B40F-EFC9FECD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B7D49A-445F-4833-A5D5-641284A44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24C62E-BDA8-4E52-AE2E-8837FF59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330DE9-9CD5-48D9-9299-D10C1AF7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B417E9-5F6D-472D-A261-230DBDB3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6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990815-92C5-43D5-92E7-EB5CD0A4E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BD1D32-9796-40EE-B5DF-9809D121F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D34531-600B-4418-A436-D8B221D3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1A481D-34CA-4905-8DFE-923576F1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CE1BE3-BAFB-4250-A732-2D4268FD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79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DC8B3-4485-48CC-9A86-DACF5E86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BCC5B1-D6E6-4118-B2CC-DF2301D20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E7E2AE-A828-4780-8CAB-CA85ECFAF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AF0E7-39D5-4124-BD6A-CD78DE46EEC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3858B2-47CB-4193-AECF-CEB0174FF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0E6D4-E6A0-4715-940A-7B02FA271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42A14-2229-46FE-9167-8C05949788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21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52C86-073E-4E15-B2C2-03EC835684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Отчет по учебной практике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51C929-7669-4DD2-AE43-B112BB70D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Группа 22П-1 Беляев Данил Игоревич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212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BAB08-6FAE-43C9-97DA-9C0A964D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90" y="550241"/>
            <a:ext cx="10515600" cy="986327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программного продукта для ГИБДД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E29EFE-1EC3-44B4-949C-8A63D45BB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790" y="1536568"/>
            <a:ext cx="10515600" cy="2780908"/>
          </a:xfrm>
        </p:spPr>
        <p:txBody>
          <a:bodyPr>
            <a:normAutofit fontScale="92500" lnSpcReduction="10000"/>
          </a:bodyPr>
          <a:lstStyle/>
          <a:p>
            <a:pPr marL="226695" algn="just"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Была поставлена задача по созданию программного продукта для ГИБДД: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arenR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Создать просматриваемый список о имеющихся водителях и водительских удостоверениях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Для водителя: ФИО, паспорт, телефон, 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Email</a:t>
            </a: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Для ВУ: Водитель, Номер ВУ, Категории, Срок действия, Статус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arenR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Создание библиотек для проверки 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VIN </a:t>
            </a: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и номерного знака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arenR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Создание окна для добавления, редактирования подробной информации о водителе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Возможность добавления нового водителя, водительского удостоверения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540385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Просмотр статистики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97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500187"/>
          </a:xfrm>
        </p:spPr>
        <p:txBody>
          <a:bodyPr/>
          <a:lstStyle/>
          <a:p>
            <a:r>
              <a:rPr lang="ru-RU" dirty="0"/>
              <a:t>День 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8814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базы данных и окна авторизации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B5230D-CAD1-C76C-A4EA-6AA4B7AE2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252" y="2871216"/>
            <a:ext cx="5550627" cy="30488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3AD0173-867F-92B4-56FB-CEECF2050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12" y="2400294"/>
            <a:ext cx="4202581" cy="405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3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500187"/>
          </a:xfrm>
        </p:spPr>
        <p:txBody>
          <a:bodyPr/>
          <a:lstStyle/>
          <a:p>
            <a:r>
              <a:rPr lang="ru-RU" dirty="0"/>
              <a:t>День 2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8814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окон со списком водителей и добавление нового водителя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0650F8-37C5-2B47-0AB1-FE2AB48AB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31" y="2667548"/>
            <a:ext cx="6221113" cy="319431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FA08C8B-AB11-7AA8-744D-B23D348C7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637616"/>
            <a:ext cx="5170258" cy="371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6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3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окна с просмотром статистики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668558-726B-DE6C-BC33-4AF81CDE2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7153"/>
            <a:ext cx="12192000" cy="355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2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4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библиотек </a:t>
            </a:r>
            <a:r>
              <a:rPr lang="en-US" dirty="0">
                <a:solidFill>
                  <a:schemeClr val="tx1"/>
                </a:solidFill>
              </a:rPr>
              <a:t>VIN </a:t>
            </a:r>
            <a:r>
              <a:rPr lang="ru-RU" dirty="0">
                <a:solidFill>
                  <a:schemeClr val="tx1"/>
                </a:solidFill>
              </a:rPr>
              <a:t>и номерного знака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E76D54-30CB-3E31-4181-8721EA56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62" y="3128024"/>
            <a:ext cx="5247238" cy="262738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98D68F-CF3C-31D4-E75B-F16FF460D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02" y="3128024"/>
            <a:ext cx="4995564" cy="262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5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C86ED05-FE7F-496F-9AA3-4F646F3A9813}"/>
              </a:ext>
            </a:extLst>
          </p:cNvPr>
          <p:cNvSpPr txBox="1">
            <a:spLocks/>
          </p:cNvSpPr>
          <p:nvPr/>
        </p:nvSpPr>
        <p:spPr>
          <a:xfrm>
            <a:off x="831850" y="262528"/>
            <a:ext cx="10515600" cy="10572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День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CF594-3D55-4DEB-B5EA-8C23C4090100}"/>
              </a:ext>
            </a:extLst>
          </p:cNvPr>
          <p:cNvSpPr txBox="1"/>
          <p:nvPr/>
        </p:nvSpPr>
        <p:spPr>
          <a:xfrm>
            <a:off x="935182" y="1938429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Создание модульных тестов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9CFB32-B052-7D9E-47C7-F93755DF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45" y="2680096"/>
            <a:ext cx="10495717" cy="34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80BAB-E226-4D10-82D3-BA52496F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2528"/>
            <a:ext cx="10515600" cy="1057225"/>
          </a:xfrm>
        </p:spPr>
        <p:txBody>
          <a:bodyPr/>
          <a:lstStyle/>
          <a:p>
            <a:r>
              <a:rPr lang="ru-RU" dirty="0"/>
              <a:t>День 5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16AF7-06BC-464B-BD90-F6FE79E8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Заполнение отчета по учебной практики и создание блок схемы по программе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B87657-72CA-0146-9C82-3942D2DB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945840"/>
            <a:ext cx="4805142" cy="491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8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617B977-24EF-437E-8142-FDD0FD302110}"/>
              </a:ext>
            </a:extLst>
          </p:cNvPr>
          <p:cNvSpPr txBox="1">
            <a:spLocks/>
          </p:cNvSpPr>
          <p:nvPr/>
        </p:nvSpPr>
        <p:spPr>
          <a:xfrm>
            <a:off x="831850" y="262528"/>
            <a:ext cx="10515600" cy="10572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День 6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622C110A-5F28-4510-A059-56A538DC3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82979"/>
            <a:ext cx="10515600" cy="870948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Создание программы для учета ДТП</a:t>
            </a: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29262A-3BE8-4077-612F-E8D0EDC4D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40" y="2514599"/>
            <a:ext cx="4358459" cy="366257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0BBA46-2274-1747-61AB-CE14AE263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974" y="2338776"/>
            <a:ext cx="3837590" cy="401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0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A6F70C4-2D10-4926-BC84-011F80B2629C}"/>
              </a:ext>
            </a:extLst>
          </p:cNvPr>
          <p:cNvSpPr txBox="1">
            <a:spLocks/>
          </p:cNvSpPr>
          <p:nvPr/>
        </p:nvSpPr>
        <p:spPr>
          <a:xfrm>
            <a:off x="831850" y="262528"/>
            <a:ext cx="10515600" cy="10572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День 7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A44540-B5BB-94D0-D88F-5813984E2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51" y="1956816"/>
            <a:ext cx="1981256" cy="420624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59452-EE90-6C68-25B7-764699378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045" y="1956816"/>
            <a:ext cx="2211305" cy="420624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46E752-E5B5-7B66-1E51-F925BE467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287" y="1956816"/>
            <a:ext cx="2211305" cy="423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3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FA4C0-4CA8-7276-26C5-645450B6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75488"/>
            <a:ext cx="10515600" cy="813435"/>
          </a:xfrm>
        </p:spPr>
        <p:txBody>
          <a:bodyPr>
            <a:normAutofit fontScale="90000"/>
          </a:bodyPr>
          <a:lstStyle/>
          <a:p>
            <a:r>
              <a:rPr lang="ru-RU" dirty="0"/>
              <a:t>День 8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2E4F52-BDB8-E007-88D8-2CDA41182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320" y="1315911"/>
            <a:ext cx="10515600" cy="1500187"/>
          </a:xfrm>
        </p:spPr>
        <p:txBody>
          <a:bodyPr/>
          <a:lstStyle/>
          <a:p>
            <a:r>
              <a:rPr lang="ru-RU" dirty="0"/>
              <a:t>Создание программы для авиакомпании </a:t>
            </a:r>
            <a:r>
              <a:rPr lang="en-US" dirty="0"/>
              <a:t>AMONIC Airlines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27629C-FAF7-9384-7097-BB984A88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45" y="2439108"/>
            <a:ext cx="4675251" cy="368908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94A55A-6E26-1F9E-6AFC-A46FDADB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298" y="2439108"/>
            <a:ext cx="5206622" cy="34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0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5DB79-2FD8-3953-B4EE-EC135101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-1536826"/>
            <a:ext cx="10515600" cy="2852737"/>
          </a:xfrm>
        </p:spPr>
        <p:txBody>
          <a:bodyPr/>
          <a:lstStyle/>
          <a:p>
            <a:r>
              <a:rPr lang="ru-RU" dirty="0"/>
              <a:t>День 9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2C2789-B097-A41B-47E6-87970B6E1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98" y="3645662"/>
            <a:ext cx="3317702" cy="29471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B77B49-48D7-0807-BBC1-8D17F3883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338" y="2415921"/>
            <a:ext cx="6840220" cy="4110990"/>
          </a:xfrm>
          <a:prstGeom prst="rect">
            <a:avLst/>
          </a:prstGeom>
        </p:spPr>
      </p:pic>
      <p:sp>
        <p:nvSpPr>
          <p:cNvPr id="6" name="Текст 2">
            <a:extLst>
              <a:ext uri="{FF2B5EF4-FFF2-40B4-BE49-F238E27FC236}">
                <a16:creationId xmlns:a16="http://schemas.microsoft.com/office/drawing/2014/main" id="{11E0EB8A-AF63-AA11-27B0-4D4BDE199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320" y="1315911"/>
            <a:ext cx="10515600" cy="1500187"/>
          </a:xfrm>
        </p:spPr>
        <p:txBody>
          <a:bodyPr/>
          <a:lstStyle/>
          <a:p>
            <a:r>
              <a:rPr lang="ru-RU" dirty="0"/>
              <a:t>Создание окон добавления пользователя и окна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2278438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42D9A-EE00-68D2-54F8-6C19A500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94" y="-1289494"/>
            <a:ext cx="10515600" cy="2852737"/>
          </a:xfrm>
        </p:spPr>
        <p:txBody>
          <a:bodyPr/>
          <a:lstStyle/>
          <a:p>
            <a:r>
              <a:rPr lang="ru-RU" dirty="0"/>
              <a:t>День 10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3A3910-FF53-37F9-5E61-DE10344A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62" y="2476754"/>
            <a:ext cx="6840220" cy="4300220"/>
          </a:xfrm>
          <a:prstGeom prst="rect">
            <a:avLst/>
          </a:prstGeom>
        </p:spPr>
      </p:pic>
      <p:sp>
        <p:nvSpPr>
          <p:cNvPr id="5" name="Текст 2">
            <a:extLst>
              <a:ext uri="{FF2B5EF4-FFF2-40B4-BE49-F238E27FC236}">
                <a16:creationId xmlns:a16="http://schemas.microsoft.com/office/drawing/2014/main" id="{DAC76C52-403F-6311-A11A-3471A60B4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94" y="1563243"/>
            <a:ext cx="10515600" cy="1500187"/>
          </a:xfrm>
        </p:spPr>
        <p:txBody>
          <a:bodyPr/>
          <a:lstStyle/>
          <a:p>
            <a:r>
              <a:rPr lang="ru-RU" dirty="0"/>
              <a:t>Создание окна управления расписанием полетов</a:t>
            </a:r>
          </a:p>
        </p:txBody>
      </p:sp>
    </p:spTree>
    <p:extLst>
      <p:ext uri="{BB962C8B-B14F-4D97-AF65-F5344CB8AC3E}">
        <p14:creationId xmlns:p14="http://schemas.microsoft.com/office/powerpoint/2010/main" val="215826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93880-C640-E383-F7B3-74BE0B74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122" y="-1207198"/>
            <a:ext cx="10515600" cy="2852737"/>
          </a:xfrm>
        </p:spPr>
        <p:txBody>
          <a:bodyPr/>
          <a:lstStyle/>
          <a:p>
            <a:r>
              <a:rPr lang="ru-RU" dirty="0"/>
              <a:t>День 11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CCBBF6-C0EF-751A-CF52-F8F00ACF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890" y="2813304"/>
            <a:ext cx="6840220" cy="3169920"/>
          </a:xfrm>
          <a:prstGeom prst="rect">
            <a:avLst/>
          </a:prstGeom>
        </p:spPr>
      </p:pic>
      <p:sp>
        <p:nvSpPr>
          <p:cNvPr id="7" name="Текст 2">
            <a:extLst>
              <a:ext uri="{FF2B5EF4-FFF2-40B4-BE49-F238E27FC236}">
                <a16:creationId xmlns:a16="http://schemas.microsoft.com/office/drawing/2014/main" id="{37F20B09-0CEC-896E-55B9-6C96954B5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94" y="1563243"/>
            <a:ext cx="10515600" cy="1500187"/>
          </a:xfrm>
        </p:spPr>
        <p:txBody>
          <a:bodyPr/>
          <a:lstStyle/>
          <a:p>
            <a:r>
              <a:rPr lang="ru-RU" dirty="0"/>
              <a:t>Создание окна с элементами управления рейсами</a:t>
            </a:r>
          </a:p>
        </p:txBody>
      </p:sp>
    </p:spTree>
    <p:extLst>
      <p:ext uri="{BB962C8B-B14F-4D97-AF65-F5344CB8AC3E}">
        <p14:creationId xmlns:p14="http://schemas.microsoft.com/office/powerpoint/2010/main" val="2117738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0593A-BED8-6334-D728-D8756838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42" y="-1326070"/>
            <a:ext cx="10515600" cy="2852737"/>
          </a:xfrm>
        </p:spPr>
        <p:txBody>
          <a:bodyPr/>
          <a:lstStyle/>
          <a:p>
            <a:r>
              <a:rPr lang="ru-RU" dirty="0"/>
              <a:t>День 12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A83BB4-7BBA-6BA7-2AAE-5F4CED33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370" y="3142869"/>
            <a:ext cx="5763260" cy="3333750"/>
          </a:xfrm>
          <a:prstGeom prst="rect">
            <a:avLst/>
          </a:prstGeom>
        </p:spPr>
      </p:pic>
      <p:sp>
        <p:nvSpPr>
          <p:cNvPr id="5" name="Текст 2">
            <a:extLst>
              <a:ext uri="{FF2B5EF4-FFF2-40B4-BE49-F238E27FC236}">
                <a16:creationId xmlns:a16="http://schemas.microsoft.com/office/drawing/2014/main" id="{5EB1A9A2-2D42-9BC4-FA00-E89E8E282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94" y="1563243"/>
            <a:ext cx="10515600" cy="1500187"/>
          </a:xfrm>
        </p:spPr>
        <p:txBody>
          <a:bodyPr/>
          <a:lstStyle/>
          <a:p>
            <a:r>
              <a:rPr lang="ru-RU" dirty="0"/>
              <a:t>Создание окна импорта изменений расписания</a:t>
            </a:r>
          </a:p>
        </p:txBody>
      </p:sp>
    </p:spTree>
    <p:extLst>
      <p:ext uri="{BB962C8B-B14F-4D97-AF65-F5344CB8AC3E}">
        <p14:creationId xmlns:p14="http://schemas.microsoft.com/office/powerpoint/2010/main" val="38387904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186</Words>
  <Application>Microsoft Office PowerPoint</Application>
  <PresentationFormat>Широкоэкранный</PresentationFormat>
  <Paragraphs>36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Times New Roman CYR</vt:lpstr>
      <vt:lpstr>Тема Office</vt:lpstr>
      <vt:lpstr>Отчет по учебной практике</vt:lpstr>
      <vt:lpstr>Разработка программного продукта для ГИБДД</vt:lpstr>
      <vt:lpstr>День 1</vt:lpstr>
      <vt:lpstr>День 2</vt:lpstr>
      <vt:lpstr>День 3</vt:lpstr>
      <vt:lpstr>День 4</vt:lpstr>
      <vt:lpstr>Презентация PowerPoint</vt:lpstr>
      <vt:lpstr>День 5</vt:lpstr>
      <vt:lpstr>Презентация PowerPoint</vt:lpstr>
      <vt:lpstr>Презентация PowerPoint</vt:lpstr>
      <vt:lpstr>День 8</vt:lpstr>
      <vt:lpstr>День 9</vt:lpstr>
      <vt:lpstr>День 10</vt:lpstr>
      <vt:lpstr>День 11</vt:lpstr>
      <vt:lpstr>День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</dc:title>
  <dc:creator>Nout_1</dc:creator>
  <cp:lastModifiedBy>Danil Belyaev</cp:lastModifiedBy>
  <cp:revision>9</cp:revision>
  <dcterms:created xsi:type="dcterms:W3CDTF">2026-03-12T14:31:09Z</dcterms:created>
  <dcterms:modified xsi:type="dcterms:W3CDTF">2026-03-12T21:39:15Z</dcterms:modified>
</cp:coreProperties>
</file>